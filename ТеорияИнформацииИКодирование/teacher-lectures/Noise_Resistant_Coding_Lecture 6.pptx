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0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781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 channel, principles, types of codes, Hamming (7,4), questions and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Noise-Resistant Coding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F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principles. Types of codes.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B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plan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code? The noisy channel model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principles: redundancy, Hamming distance, d_min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codes: block, convolutional, linear, cyclic, modern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Hamming (7,4)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practice tasks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B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code? The noisy channel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A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68580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Source encoder → Channel encoder → Noisy channel → Decoder → Receiver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symmetric channel (BSC): each bit flips with probability 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Shannon: if rate R &lt; C, error probability can be made arbitrarily small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coding removes redundancy; channel coding adds controlled redundancy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Strategies: FEC (correct at receiver) and ARQ (retransmit)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B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Basic principles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Redundancy: k info bits → n code bits; code rate R = k/n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2^k of 2^n words are valid; the others reveal errors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distance d(a,b): number of differing positions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 errors: d_min ≥ s + 1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 errors: d_min ≥ 2t + 1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Decoding: choose the nearest valid codeword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A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8580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repetition code (3,1): 0→000, 1→111; d_min = 3 → corrects 1 error, R = 1/3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B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Types of codes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A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685800" y="1143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43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(n,k) vs Convolutional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1430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codes use memory; Viterbi decoding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A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685800" y="2011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0116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G, parity-check H; syndrome s = H·rᵀ. Parity, Hamming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A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685800" y="2880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80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8803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Polynomial-based: CRC, BCH, Reed–Solomon (CD, QR)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A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68580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749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7490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Turbo, LDPC (Wi-Fi, 5G), Polar (5G)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systematic / non-systematic, detecting / correcting, binary / q-ary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B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Hamming (7,4)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A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68580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 p1 p2 d1 p4 d2 d3 d4 (even parity)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checks positions 1,3,5,7 · p2: 2,3,6,7 · p4: 4,5,6,7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1011 → codeword 0110011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0110111: s1=1, s2=0, s4=1 → syndrome 101₂ = 5 → flip bit 5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4/7, d_min = 3: detects 2 errors, corrects 1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B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Questions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compression differ from error-control coding?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single parity bit correct an error? Why?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d_min = 5, how many errors are detected / corrected?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Hamming syndrome equal the error position?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code protects a QR code?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B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Practice tasks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d(10110, 11100)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Even-parity bit for 1011001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code (3,1): decode 101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0110 with Hamming (7,4)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1100100 (Hamming 7,4): find and fix the error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A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85800" y="3749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d_min of {00000, 01011, 10101, 11110}; encode 1001 with Hamming (7,4); short overview of CRC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</Words>
  <Application>Microsoft Office PowerPoint</Application>
  <PresentationFormat>Экран (16:9)</PresentationFormat>
  <Paragraphs>60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Noise-Resistant Coding</dc:title>
  <dc:subject>PptxGenJS Presentation</dc:subject>
  <dc:creator>PptxGenJS</dc:creator>
  <cp:lastModifiedBy>Alua Turginbayeva</cp:lastModifiedBy>
  <cp:revision>2</cp:revision>
  <dcterms:created xsi:type="dcterms:W3CDTF">2026-10-04T09:14:46Z</dcterms:created>
  <dcterms:modified xsi:type="dcterms:W3CDTF">2026-10-07T03:24:49Z</dcterms:modified>
</cp:coreProperties>
</file>